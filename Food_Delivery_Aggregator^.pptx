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EB9B-43FA-35FE-0267-AC712A177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DB7F4-88ED-780A-B994-7403D97EC7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2DEBF-C029-94FF-2424-6EA417AB6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D6DCA-4F1E-9448-9C0B-BA5E253652C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02841-4A49-73A0-1A45-4301E7B1D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762AF-C548-FB29-B16B-1F935F3A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3E8-7330-8042-BE88-683A2F748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61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FB7A4-F30B-F02D-3C65-3B7BA1D53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70A7F-4111-B89C-E505-1DE716B9B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B4AFD-216B-9CBA-2A61-4D2891AB2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D6DCA-4F1E-9448-9C0B-BA5E253652C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1DA97-64F4-257B-30AE-1F8EB7EBB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97C0A-25F6-A0B6-38FE-0DA8173CE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3E8-7330-8042-BE88-683A2F748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56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A0F1-114A-1ABB-41E8-3B68E4563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8FD83-63E2-1A33-9BC5-2450A98CC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37F29-74C3-A17B-8CDD-5D3D7FF87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D6DCA-4F1E-9448-9C0B-BA5E253652C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78647-48C7-C36E-BE58-F38487500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56D59-11D7-C210-5660-8E717278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3E8-7330-8042-BE88-683A2F748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0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8DCF5-0E17-13BF-CD54-B012D2E86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8234E-2D9B-2673-97AA-C59A80289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9DC76-DF6D-A356-AA33-702C6A50B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AF2E0-AFD9-CD1B-2465-B7657BEF9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D6DCA-4F1E-9448-9C0B-BA5E253652C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20055-0490-C5DC-EF1F-93C04573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54AEA-17AB-2094-A9F9-B0406151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3E8-7330-8042-BE88-683A2F748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09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0D143-E699-9B0E-0148-C28243D23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635AA-7BBA-611D-6D5F-22748EE7E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2AC14-72B8-CE7A-127E-1DD6EB6D4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69CCCA-DA4E-1879-98C0-124E10D223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1EBFCD-CCC1-6DD9-EB58-EEE13A84A0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2D2AA4-DA20-73E7-7006-79E050EBF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D6DCA-4F1E-9448-9C0B-BA5E253652C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D00B1B-4E34-B16F-F899-1E47427D1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6EA4A8-6E20-413D-CE7F-F2DCE2A22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3E8-7330-8042-BE88-683A2F748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618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364C9-508E-8E20-D828-35A138DCA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5B5C4-3B1E-9245-22DA-7FE1A13D7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D6DCA-4F1E-9448-9C0B-BA5E253652C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B639C1-D95B-53EC-7F52-137C1D619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9E3975-6927-F21B-A60D-B32B29A8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3E8-7330-8042-BE88-683A2F748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160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11099A-B82E-1B55-D87B-7DA5244D0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D6DCA-4F1E-9448-9C0B-BA5E253652C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57CDEC-5B07-2DA7-7BC1-034AAEC17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97CC8-E326-4165-E47A-4BC089D54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3E8-7330-8042-BE88-683A2F748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92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E98D1-C7C3-B25D-3020-A7E21145A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9603C-84A9-9A5E-20C9-DE23260B6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A7164B-89F9-32E2-EF0B-659D5DD519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23E18-E37A-1FCF-8F28-5D492FC75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D6DCA-4F1E-9448-9C0B-BA5E253652C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5CCC3-5078-C7DD-B10F-070C50835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D8E3F-1D58-A9D5-C22B-48A4AEFD1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3E8-7330-8042-BE88-683A2F748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94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FA3D7-8B78-9129-AF3D-488BDBDEA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A9BD3B-FE64-0DE1-514F-006217589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B2222-051B-2B6B-A307-58DB10EFB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67B57-392F-452E-2B63-2BDFFF37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D6DCA-4F1E-9448-9C0B-BA5E253652C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820C5-2BDE-7CC3-41A8-289143714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962A7-1B95-B3BE-029A-85C6A40CA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3E8-7330-8042-BE88-683A2F748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807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5493E-019F-50CD-45DA-7F6B97E5F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795ED-89B7-E2BC-F89B-D0E8B5FE1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4FAFB-77DA-1754-F4BF-D80FE5B81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D6DCA-4F1E-9448-9C0B-BA5E253652C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B18C8-C288-960C-05EE-EA94F21CA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0722C-72C9-BD9D-891B-47CCD5B46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3E8-7330-8042-BE88-683A2F748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98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FB9F15-FE6B-CE86-0354-DB008291F8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536DC-D9C6-A60A-3EFB-190B46A89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78F24-326B-F710-57E8-AAD158E3E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D6DCA-4F1E-9448-9C0B-BA5E253652C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BF463-3CD3-28DD-9BB0-EECCF8E3B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6F776-C2FA-BF24-F1B3-402680760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B3E8-7330-8042-BE88-683A2F748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38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5D3A86-C297-74B9-4BF1-92873F508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86C5A-D855-44B3-5C8D-8821F9362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6BD4E-532A-3B75-D464-DAF3C86D11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ED6DCA-4F1E-9448-9C0B-BA5E253652CA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56636-DF58-2668-8262-B4689D3FE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F7E53-A193-8BA7-FEBD-B2A04BCBD5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0B3E8-7330-8042-BE88-683A2F748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82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0CBBE-F02C-0EC7-5369-00469035E5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08A92-1804-AD58-EF1C-A62F686343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CA4F23-FF3D-C0F6-EB63-6FB7A6396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0"/>
            <a:ext cx="12172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74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6EABE-77D5-97AB-C700-0A404575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4D9DD1-1E85-1F31-96E1-2F28E9F92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0023"/>
            <a:ext cx="12252146" cy="690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645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51BA-F0BC-93E2-6165-9BFD56CE1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683256-7A45-8371-F6EF-A2FBADA427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3" y="1"/>
            <a:ext cx="1217294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79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BD435-0DF5-FD8A-CBDD-01144B04D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637420-24F3-7412-406A-B0CFCCB294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56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E3EF6-475C-FE77-825E-2DC4F0DE3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43F012-1B1C-6220-B7A2-64E50F6A3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866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BDC80-4FF4-D09D-9F00-DDBF50B83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B230DC-B6F0-2790-51BE-D4D5D177FD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67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379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55E6E-CC77-9E27-BBA5-714301F9C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B3F8FC7-C8F4-3C82-0A0A-E771131EA5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305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87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58FAA-DB4B-157C-DFAE-AB96A9411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170" y="2766218"/>
            <a:ext cx="10515600" cy="1325563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384458-F833-7E16-2E24-762FE9262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915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EE2D0-184C-F370-8322-D7BA479B9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E926B87-9A65-7993-C0D3-CBDEA6240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96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254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55A8-4AA6-CEC1-2DC2-64451846B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266BD18-7312-C6A1-876A-D668715187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79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5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8360C-D53A-5B70-1153-CDC7A2168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997F8E-1F14-85B0-DB37-C468810BD5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1033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962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C33D1-D409-D2AE-9C67-F38A17A7D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8377AB-CE2D-200A-6E6F-35EFCDCB60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72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483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LOVELY KRISH</dc:creator>
  <cp:lastModifiedBy>LOVELY KRISH</cp:lastModifiedBy>
  <cp:revision>2</cp:revision>
  <dcterms:created xsi:type="dcterms:W3CDTF">2026-10-09T10:13:37Z</dcterms:created>
  <dcterms:modified xsi:type="dcterms:W3CDTF">2026-10-09T11:15:42Z</dcterms:modified>
</cp:coreProperties>
</file>